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  <p:sldId id="271" r:id="rId18"/>
  </p:sldIdLst>
  <p:sldSz cx="14630400" cy="8229600"/>
  <p:notesSz cx="8229600" cy="14630400"/>
  <p:embeddedFontLst>
    <p:embeddedFont>
      <p:font typeface="Arial Rounded MT Bold" panose="020F0704030504030204" pitchFamily="34" charset="0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Crimson Pro Semi Bold" panose="020B0604020202020204" charset="0"/>
      <p:regular r:id="rId25"/>
    </p:embeddedFont>
    <p:embeddedFont>
      <p:font typeface="Heebo" pitchFamily="2" charset="-79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447" autoAdjust="0"/>
  </p:normalViewPr>
  <p:slideViewPr>
    <p:cSldViewPr snapToGrid="0" snapToObjects="1">
      <p:cViewPr varScale="1">
        <p:scale>
          <a:sx n="49" d="100"/>
          <a:sy n="4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hyperlink" Target="https://docs.streamlit.io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0801" b="19160"/>
          <a:stretch>
            <a:fillRect/>
          </a:stretch>
        </p:blipFill>
        <p:spPr>
          <a:xfrm>
            <a:off x="7079673" y="5509585"/>
            <a:ext cx="7550726" cy="27200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</a:rPr>
              <a:t>		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0" y="3497132"/>
            <a:ext cx="14630400" cy="19460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non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			                      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Presented By: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                                                                 | 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BOYA ASHOK KUMAR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                                                                 |  CSE-Artificial Intelligence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                                                                 |  St. John's college of Engineering and Technology, Yerrakota, Yemmiganur.</a:t>
            </a:r>
          </a:p>
        </p:txBody>
      </p:sp>
      <p:sp>
        <p:nvSpPr>
          <p:cNvPr id="5" name="Text 2"/>
          <p:cNvSpPr/>
          <p:nvPr/>
        </p:nvSpPr>
        <p:spPr>
          <a:xfrm>
            <a:off x="1001608" y="41072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D1A38-A315-D4BB-3296-2F7B39C59AE9}"/>
              </a:ext>
            </a:extLst>
          </p:cNvPr>
          <p:cNvSpPr txBox="1"/>
          <p:nvPr/>
        </p:nvSpPr>
        <p:spPr>
          <a:xfrm>
            <a:off x="1" y="1663292"/>
            <a:ext cx="14630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CAPSTONE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cs typeface="Arial"/>
              </a:rPr>
              <a:t>PROJECT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23C271-C406-5F10-4F2B-281A446AF1C5}"/>
              </a:ext>
            </a:extLst>
          </p:cNvPr>
          <p:cNvSpPr txBox="1"/>
          <p:nvPr/>
        </p:nvSpPr>
        <p:spPr>
          <a:xfrm>
            <a:off x="1" y="868039"/>
            <a:ext cx="14630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SALARY PREDICTION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CB483373-BA60-CB80-CF0C-77495E1751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01" b="19160"/>
          <a:stretch>
            <a:fillRect/>
          </a:stretch>
        </p:blipFill>
        <p:spPr>
          <a:xfrm>
            <a:off x="0" y="5509585"/>
            <a:ext cx="7079673" cy="2720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BBB1AB-217E-EB40-686B-13FF17BDD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28" y="176069"/>
            <a:ext cx="14062363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726006-BA3C-F94B-3793-97CFED86E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8" y="176069"/>
            <a:ext cx="14062363" cy="4763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2B1392-6D83-125B-6DE6-5718AC3F0CF4}"/>
              </a:ext>
            </a:extLst>
          </p:cNvPr>
          <p:cNvSpPr txBox="1"/>
          <p:nvPr/>
        </p:nvSpPr>
        <p:spPr>
          <a:xfrm>
            <a:off x="886691" y="1136211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EB4CF-C788-FD23-672A-6BEAD81047FC}"/>
              </a:ext>
            </a:extLst>
          </p:cNvPr>
          <p:cNvSpPr txBox="1"/>
          <p:nvPr/>
        </p:nvSpPr>
        <p:spPr>
          <a:xfrm>
            <a:off x="886691" y="1838052"/>
            <a:ext cx="9919854" cy="481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5435" indent="-305435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📌 Problem Statement</a:t>
            </a:r>
          </a:p>
          <a:p>
            <a:pPr marL="305435" indent="-305435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🧰</a:t>
            </a:r>
            <a:r>
              <a:rPr lang="en-US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System Development Approach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305435" indent="-305435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🔄</a:t>
            </a:r>
            <a:r>
              <a:rPr lang="en-US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Algorithm &amp; Deployment (Step by Step  Procedure) 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💾</a:t>
            </a:r>
            <a:r>
              <a:rPr lang="en-US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Result</a:t>
            </a:r>
          </a:p>
          <a:p>
            <a:pPr marL="305435" indent="-305435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🖥️</a:t>
            </a:r>
            <a:r>
              <a:rPr lang="en-US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Conclusion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🚀</a:t>
            </a:r>
            <a:r>
              <a:rPr lang="en-US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Future Scope </a:t>
            </a:r>
          </a:p>
          <a:p>
            <a:pPr marL="305435" indent="-305435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📚</a:t>
            </a:r>
            <a:r>
              <a:rPr lang="en-US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References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1B860F-C914-04A7-59BC-93914F4D9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72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7995"/>
            <a:ext cx="1383661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Problem Statement: Predicting Employee Salary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685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Developed a machine learning model to predict employee salary categories (≤50K or &gt;50K) and Range using demographic and professional features from the Adult Income Dataset.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70365"/>
            <a:ext cx="4196358" cy="3341013"/>
          </a:xfrm>
          <a:prstGeom prst="roundRect">
            <a:avLst>
              <a:gd name="adj" fmla="val 1018"/>
            </a:avLst>
          </a:prstGeom>
          <a:solidFill>
            <a:schemeClr val="bg1">
              <a:lumMod val="85000"/>
            </a:schemeClr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4127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Core Objective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618077"/>
            <a:ext cx="3681770" cy="11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Classify salary into two distinct categories: ≤50K or &gt;50K.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Ranges: 25,000rs – 50,000rs.</a:t>
            </a:r>
          </a:p>
        </p:txBody>
      </p:sp>
      <p:sp>
        <p:nvSpPr>
          <p:cNvPr id="7" name="Shape 5"/>
          <p:cNvSpPr/>
          <p:nvPr/>
        </p:nvSpPr>
        <p:spPr>
          <a:xfrm>
            <a:off x="5216962" y="3870365"/>
            <a:ext cx="4196358" cy="3341013"/>
          </a:xfrm>
          <a:prstGeom prst="roundRect">
            <a:avLst>
              <a:gd name="adj" fmla="val 1018"/>
            </a:avLst>
          </a:prstGeom>
          <a:solidFill>
            <a:schemeClr val="bg1">
              <a:lumMod val="85000"/>
            </a:schemeClr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74256" y="4127659"/>
            <a:ext cx="30409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Challenges Addressed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4256" y="461807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Handling missing values (e.g., "?" replaced with NaN).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474256" y="542317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Implementing robust feature encoding for categorical data.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474256" y="622827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Deploying the model into a user-friendly web interface.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870365"/>
            <a:ext cx="4196358" cy="3341013"/>
          </a:xfrm>
          <a:prstGeom prst="roundRect">
            <a:avLst>
              <a:gd name="adj" fmla="val 1018"/>
            </a:avLst>
          </a:prstGeom>
          <a:solidFill>
            <a:schemeClr val="bg1">
              <a:lumMod val="85000"/>
            </a:schemeClr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97427" y="4127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Solution Focus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97427" y="461807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Creating an interactive UI with Streamlit to make real-time salary predictions accessible and intuitive.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756BD8-AFD1-4F5B-695A-D8E40AD51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8" y="176069"/>
            <a:ext cx="14062363" cy="4763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0A575E-9DAD-B639-151B-E192553FB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487" y="961295"/>
            <a:ext cx="13790804" cy="588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 Development Approach: Technologies and Libraries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89278" y="2242937"/>
            <a:ext cx="3289059" cy="36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Languages &amp; </a:t>
            </a: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Frameworks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89278" y="2815926"/>
            <a:ext cx="6425922" cy="78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3.12</a:t>
            </a:r>
          </a:p>
          <a:p>
            <a:pPr marL="342900" indent="-342900">
              <a:lnSpc>
                <a:spcPts val="2350"/>
              </a:lnSpc>
              <a:buSzPct val="100000"/>
              <a:buFontTx/>
              <a:buChar char="•"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Streamlit (for frontend deployment)</a:t>
            </a:r>
            <a:endParaRPr lang="en-US" sz="20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89278" y="2759833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350"/>
              </a:lnSpc>
              <a:buSzPct val="100000"/>
            </a:pP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12141" y="2185493"/>
            <a:ext cx="235553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Core Libraries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312141" y="2676265"/>
            <a:ext cx="7985749" cy="249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pandas: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Data loading and cleaning</a:t>
            </a: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scikit-learn: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Machine learning model (Gradient Boosting Classifier)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joblib: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Model and encoder persistence</a:t>
            </a: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2000" b="1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streamlit</a:t>
            </a: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Interactive application development</a:t>
            </a: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matplotlib, seaborn: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Data visualization during training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9487" y="3767852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9487" y="4135160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350"/>
              </a:lnSpc>
              <a:buSzPct val="100000"/>
            </a:pP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9487" y="4502468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487" y="4869775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350"/>
              </a:lnSpc>
              <a:buSzPct val="100000"/>
            </a:pPr>
            <a:endParaRPr lang="en-US" sz="14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26056" b="13358"/>
          <a:stretch>
            <a:fillRect/>
          </a:stretch>
        </p:blipFill>
        <p:spPr>
          <a:xfrm>
            <a:off x="7315200" y="5407286"/>
            <a:ext cx="7304681" cy="2822314"/>
          </a:xfrm>
          <a:prstGeom prst="rect">
            <a:avLst/>
          </a:prstGeom>
        </p:spPr>
      </p:pic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505D5289-0E3D-4DD2-6D8F-C2F9656BA6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056" b="13358"/>
          <a:stretch>
            <a:fillRect/>
          </a:stretch>
        </p:blipFill>
        <p:spPr>
          <a:xfrm>
            <a:off x="10519" y="5407286"/>
            <a:ext cx="7304681" cy="28223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F5DF0F-268F-279D-0CE4-AA24DA010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28" y="176069"/>
            <a:ext cx="14062363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116482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 Development Approach: Dataset and Environment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04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Dataset Details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3407688"/>
            <a:ext cx="6924437" cy="884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Name: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adult_3.csv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Records: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Over 32,000 entries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49886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92084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Features: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34282"/>
            <a:ext cx="6924437" cy="233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</a:t>
            </a:r>
          </a:p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Gender</a:t>
            </a:r>
          </a:p>
          <a:p>
            <a:pPr marL="685800" lvl="1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Education Years (derived from education)</a:t>
            </a:r>
            <a:endParaRPr lang="en-US" sz="1750" dirty="0"/>
          </a:p>
          <a:p>
            <a:pPr marL="685800" lvl="1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Occupation</a:t>
            </a:r>
          </a:p>
          <a:p>
            <a:pPr marL="685800" lvl="1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Hours per week</a:t>
            </a:r>
            <a:endParaRPr lang="en-US" sz="1750" dirty="0"/>
          </a:p>
          <a:p>
            <a:pPr marL="685800" lvl="1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Salary category (target label)</a:t>
            </a:r>
            <a:endParaRPr lang="en-US" sz="1750" dirty="0"/>
          </a:p>
          <a:p>
            <a:pPr marL="685800" lvl="1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685800" lvl="1" indent="-342900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76480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lvl="1"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060877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lvl="1"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503075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lvl="1"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945273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lvl="1"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682085" y="2661680"/>
            <a:ext cx="3194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Development</a:t>
            </a: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</a:t>
            </a: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Environment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82085" y="3447336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Streamlit UI:</a:t>
            </a: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 Code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82085" y="3889534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 Building:</a:t>
            </a: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Jupyter Notebook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82085" y="4331732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 Persistence:</a:t>
            </a: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best_model.pkl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82085" y="4773930"/>
            <a:ext cx="5564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Encoder Persistence:</a:t>
            </a: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Separate joblib files for gender and occupation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82085" y="5579031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Training Location:</a:t>
            </a: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Local machine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B33EE63-BBAC-5EBE-D65F-481DE8F39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8" y="176069"/>
            <a:ext cx="14062363" cy="4763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7E25C1-8272-6FA7-2A1C-FF454DBC2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429"/>
            <a:ext cx="107349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Algorithm &amp; Deployment: Data Preprocessing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18836"/>
            <a:ext cx="6521410" cy="9072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ext 1"/>
          <p:cNvSpPr/>
          <p:nvPr/>
        </p:nvSpPr>
        <p:spPr>
          <a:xfrm>
            <a:off x="102060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 Data Loading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74332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Loaded the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adult_3.csv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dataset using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pandas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18836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252907"/>
            <a:ext cx="30503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 Missing Value Handling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Removed rows with missing values, specifically handling "?" by replacing them with NaN.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95944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 Feature Encoding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Encoded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Gender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Occupation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using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LabelEncoder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as the Streamlit app requires numerical inputs.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95944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4. Final Dataframe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Created a final dataframe comprising age, education years, hours-per-week, occupation, gender, and salary.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E455A4-EACD-1314-E7C3-327197C638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9B9943-E865-91F6-D838-D528C2663E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928" y="253298"/>
            <a:ext cx="14062363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8937"/>
            <a:ext cx="98507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Algorithm &amp; Deployment: Model Building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89" y="2206160"/>
            <a:ext cx="6436400" cy="226814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3" y="2776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 Algorithm Selection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3" y="3266494"/>
            <a:ext cx="59827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Utilized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GradientBoostingClassifier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scikit-learn for its robustness and performance.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6345" y="2204822"/>
            <a:ext cx="6436400" cy="226814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627025" y="28036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 Data Splitting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3159" y="3266493"/>
            <a:ext cx="59827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Applied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train_test_split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an 80-20 ratio for training and testing data.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78799" y="4588193"/>
            <a:ext cx="6436400" cy="226814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218986"/>
            <a:ext cx="31159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 Hyperparameter Tuning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3" y="5627980"/>
            <a:ext cx="59827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Optimized key hyperparameters such as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n_estimators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learning_rate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enhance model performance.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00211" y="4588193"/>
            <a:ext cx="6436400" cy="226814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627025" y="5218986"/>
            <a:ext cx="28854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4. Performance &amp; Saving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3159" y="5657714"/>
            <a:ext cx="598277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Achieved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86.5% accuracy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the test dataset. The trained model was saved as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best_model.pkl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with separate encoders for gender and occupation to ensure reusability during prediction.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336D04-FDA0-6677-5F30-C4FEBF99B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18" y="294798"/>
            <a:ext cx="14062363" cy="4763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402429F-47DD-4754-9E01-332486078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898250"/>
            <a:ext cx="10427256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Algorithm &amp; Deployment: Ready for Deployment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27417"/>
            <a:ext cx="7063740" cy="36021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1638" y="2031282"/>
            <a:ext cx="12562793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Input:</a:t>
            </a: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Streamlit app designed to accept real-time user inputs for salary prediction.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21638" y="2763278"/>
            <a:ext cx="12562793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Dynamic Encoding:</a:t>
            </a: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All categorical inputs are dynamically encoded during the prediction phase.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21638" y="3212597"/>
            <a:ext cx="12562793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Interactive UI:</a:t>
            </a: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Features an intuitive sidebar for users to easily enter data and receive instant salary category predictions alongside gradient result blocks.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D23EC7-FB98-16B1-E50E-E5420C7FB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824AE4AC-D8B1-0580-A099-E7B34659A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4627417"/>
            <a:ext cx="7566660" cy="3602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A97C9D-2B37-1C02-92B2-30979CD31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18" y="294798"/>
            <a:ext cx="14062363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8740"/>
            <a:ext cx="127504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Streamlit App Development: Frontend &amp; Functionality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49291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 developed a Streamlit web app for user-friendly salary predictions. It collects inputs from the sidebar and instantly predicts salary using a trained model. The app supports three prediction modes: Salary Category (≤50K or &gt;50K), Salary Range in ₹ (5 bands), and both combined. I designed the frontend with gradient backgrounds and stylish prediction blocks for better visual output.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65734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365605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61" y="3826193"/>
            <a:ext cx="272177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45631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 Inputs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5053608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51084" y="549580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Education Years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51084" y="593800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Occupation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51084" y="638020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Hours per Week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51084" y="682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Gender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5216962" y="3965734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4" name="Shape 11"/>
          <p:cNvSpPr/>
          <p:nvPr/>
        </p:nvSpPr>
        <p:spPr>
          <a:xfrm>
            <a:off x="6974860" y="365605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933" y="3826193"/>
            <a:ext cx="272177" cy="3401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74256" y="45631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Prediction Modes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474256" y="5053608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Salary Category (≤50K or &gt;50K)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5474256" y="549580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Salary Range (5 bands)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5474256" y="593800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Combined Category and Range</a:t>
            </a:r>
            <a:endParaRPr lang="en-US" sz="1750" dirty="0"/>
          </a:p>
        </p:txBody>
      </p:sp>
      <p:sp>
        <p:nvSpPr>
          <p:cNvPr id="20" name="Shape 16"/>
          <p:cNvSpPr/>
          <p:nvPr/>
        </p:nvSpPr>
        <p:spPr>
          <a:xfrm>
            <a:off x="9640133" y="3965734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21" name="Shape 17"/>
          <p:cNvSpPr/>
          <p:nvPr/>
        </p:nvSpPr>
        <p:spPr>
          <a:xfrm>
            <a:off x="11398032" y="365605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2105" y="3826193"/>
            <a:ext cx="272177" cy="3401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97427" y="45631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Visual Design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9897427" y="5053608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Gradient Backgrounds</a:t>
            </a:r>
            <a:endParaRPr lang="en-US" sz="1750" dirty="0"/>
          </a:p>
        </p:txBody>
      </p:sp>
      <p:sp>
        <p:nvSpPr>
          <p:cNvPr id="25" name="Text 20"/>
          <p:cNvSpPr/>
          <p:nvPr/>
        </p:nvSpPr>
        <p:spPr>
          <a:xfrm>
            <a:off x="9897427" y="549580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Stylish Prediction Blocks</a:t>
            </a:r>
            <a:endParaRPr lang="en-US" sz="1750" dirty="0"/>
          </a:p>
        </p:txBody>
      </p:sp>
      <p:sp>
        <p:nvSpPr>
          <p:cNvPr id="26" name="Text 21"/>
          <p:cNvSpPr/>
          <p:nvPr/>
        </p:nvSpPr>
        <p:spPr>
          <a:xfrm>
            <a:off x="9897427" y="593800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Enhanced Visual Output</a:t>
            </a:r>
            <a:endParaRPr lang="en-US" sz="17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9401F26-9682-C242-0807-256316491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7B242A9-7982-1D83-4DE0-571CF71DF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018" y="294798"/>
            <a:ext cx="14062363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9186" y="882232"/>
            <a:ext cx="7295793" cy="520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Streamlit App Logic: Backend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83287" y="1715852"/>
            <a:ext cx="13463826" cy="769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app's backend leverages pre-trained models and encoders for efficient real-time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predictions. Inputs are dynamically processed and fed into the model for accurate results.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7508" y="2891551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7508" y="3318509"/>
            <a:ext cx="65286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Trained Model: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best_model.pkl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(loaded via joblib)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7508" y="3658670"/>
            <a:ext cx="65286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Encoders: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gender_encoder.pkl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, </a:t>
            </a: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occupation_encoder.pkl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(for on-the-fly encoding)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08" y="4107179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Prediction Workflow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08" y="4534137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inputs are encoded dynamically.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08" y="4859059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Encoded inputs converted to pandas DataFrame.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08" y="5183980"/>
            <a:ext cx="65286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DataFrame passed to the model's </a:t>
            </a: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predict()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method.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08" y="5524142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Results displayed in colorful gradient blocks.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CFFC2E-FDB1-9FBF-F66D-CF8555F7F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18" y="294798"/>
            <a:ext cx="14062363" cy="476316"/>
          </a:xfrm>
          <a:prstGeom prst="rect">
            <a:avLst/>
          </a:prstGeom>
        </p:spPr>
      </p:pic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536" y="1"/>
            <a:ext cx="5281863" cy="8482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1957"/>
            <a:ext cx="120698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Results: Model Performance &amp; Real-time Prediction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3436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My Gradient Boosting Classifier achieved strong performance, delivering balanced and real-time salary predictions with high accuracy.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92%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455420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Training Accuracy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precision on the dataset used for model training.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91.5%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897523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Testing Accuracy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Robust performance on unseen data, indicating strong generalization.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77995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1-2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339626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Seconds per Prediction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responsiveness for instant user feedback.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13183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app integrates visualization of inputs and outputs, providing a comprehensive and interactive user experience for both category and range predictions.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10798A-2598-BBFE-49E2-30E36AA7C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18" y="294798"/>
            <a:ext cx="14062363" cy="4763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E8A5F1-7C91-A59D-3F38-2E85C3CB8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1114"/>
            <a:ext cx="755546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Result Screenshots &amp; GitHub Access :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270522"/>
            <a:ext cx="130428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793790" y="6122313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793790" y="6678573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4B3A4E-4E04-13F8-631B-1E19ACE02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A60E6E-97B7-F5B0-9F5B-49077D90F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18" y="294798"/>
            <a:ext cx="14062363" cy="4763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A60417-B59B-D7B3-95BD-2B84EEE01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52" y="4917707"/>
            <a:ext cx="7008857" cy="31917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0A1747-1284-939A-EAC0-3F1E702FE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78" y="1624710"/>
            <a:ext cx="6932534" cy="3109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3ABD81-D3A7-AC19-1673-17577AE809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7463" y="4914418"/>
            <a:ext cx="6168259" cy="30203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A54A9DA-B716-10F5-CF78-5EB3FA89C3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7463" y="1524993"/>
            <a:ext cx="6168259" cy="3109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EAA620-DB2B-7CA7-2DCF-B1D6B90A6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C40499-09F9-848A-F681-BF48E9CE0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18" y="294798"/>
            <a:ext cx="14062363" cy="4763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79E0B0-B01D-FC7D-3B79-4ACD42D98263}"/>
              </a:ext>
            </a:extLst>
          </p:cNvPr>
          <p:cNvSpPr txBox="1"/>
          <p:nvPr/>
        </p:nvSpPr>
        <p:spPr>
          <a:xfrm>
            <a:off x="741680" y="6784734"/>
            <a:ext cx="10549172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Explore the full project code and application on GitHub: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52F1B5-2DB2-232C-0A76-B127CADAB463}"/>
              </a:ext>
            </a:extLst>
          </p:cNvPr>
          <p:cNvSpPr txBox="1"/>
          <p:nvPr/>
        </p:nvSpPr>
        <p:spPr>
          <a:xfrm>
            <a:off x="741680" y="7240600"/>
            <a:ext cx="10549172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https://github.com/ashokkumarboya93/Employee_Salary_Prediction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8FEA3F-36D0-AF6B-2C34-D0E5DB931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717" y="679310"/>
            <a:ext cx="7270744" cy="25674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3E0DA9-AE26-D006-1884-3CA7289CF3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88"/>
          <a:stretch>
            <a:fillRect/>
          </a:stretch>
        </p:blipFill>
        <p:spPr>
          <a:xfrm>
            <a:off x="455273" y="3413702"/>
            <a:ext cx="7032205" cy="29642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94EB7C-C2C3-1D4E-B2DC-1B3E610CE9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281"/>
          <a:stretch>
            <a:fillRect/>
          </a:stretch>
        </p:blipFill>
        <p:spPr>
          <a:xfrm>
            <a:off x="7726017" y="3413702"/>
            <a:ext cx="6620364" cy="296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92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7" y="961428"/>
            <a:ext cx="9155192" cy="682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Conclusion: 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4857" y="1966555"/>
            <a:ext cx="1310068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demonstrates a complete understanding of the machine learning pipeline, from initial data processing to the deployment of a live web application.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57" y="2911435"/>
            <a:ext cx="6550343" cy="8740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3336" y="4003953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Preprocessing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83336" y="4476393"/>
            <a:ext cx="611338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Successfully managed and cleaned raw data for model readiness.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9" y="2911435"/>
            <a:ext cx="6550343" cy="8740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33679" y="4003953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ML Model Building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7533679" y="4476393"/>
            <a:ext cx="611338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Utilized Gradient Boosting Classifier for high-accuracy salary prediction.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57" y="5394008"/>
            <a:ext cx="6550343" cy="8740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3336" y="6486525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Web App Deployment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983335" y="6816042"/>
            <a:ext cx="611338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Built a real-time, responsive application using Streamlit.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199" y="5394008"/>
            <a:ext cx="6550343" cy="8740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33679" y="6486525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Enhanced Knowledge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7533678" y="6829401"/>
            <a:ext cx="611338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Improved expertise in both model development and live application deployment.</a:t>
            </a:r>
            <a:endParaRPr lang="en-US" sz="1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7DA1A0-793B-99F5-1BA0-B347286D0C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D0F7048-B725-747C-A7E6-3C15E19999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018" y="294798"/>
            <a:ext cx="14062363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7241" y="957977"/>
            <a:ext cx="7569517" cy="140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Future Scope: Enhancements &amp; Expansion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87241" y="2363629"/>
            <a:ext cx="7569517" cy="1079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87241" y="2699492"/>
            <a:ext cx="8192168" cy="4174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Crimson Pro Semi Bold" panose="020B0604020202020204" charset="0"/>
              </a:rPr>
              <a:t>I will deploy the Streamlit app on </a:t>
            </a:r>
            <a:r>
              <a:rPr lang="en-US" sz="2000" b="1" dirty="0">
                <a:latin typeface="Crimson Pro Semi Bold" panose="020B0604020202020204" charset="0"/>
              </a:rPr>
              <a:t>Streamlit Cloud</a:t>
            </a:r>
            <a:r>
              <a:rPr lang="en-US" sz="2000" dirty="0">
                <a:latin typeface="Crimson Pro Semi Bold" panose="020B0604020202020204" charset="0"/>
              </a:rPr>
              <a:t> or </a:t>
            </a:r>
            <a:r>
              <a:rPr lang="en-US" sz="2000" b="1" dirty="0">
                <a:latin typeface="Crimson Pro Semi Bold" panose="020B0604020202020204" charset="0"/>
              </a:rPr>
              <a:t>HuggingFace Spaces</a:t>
            </a:r>
            <a:r>
              <a:rPr lang="en-US" sz="2000" dirty="0">
                <a:latin typeface="Crimson Pro Semi Bold" panose="020B0604020202020204" charset="0"/>
              </a:rPr>
              <a:t> to make it accessible from anywhere.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Crimson Pro Semi Bold" panose="020B0604020202020204" charset="0"/>
              </a:rPr>
              <a:t>I plan to implement advanced models like </a:t>
            </a:r>
            <a:r>
              <a:rPr lang="en-US" sz="2000" b="1" dirty="0" err="1">
                <a:latin typeface="Crimson Pro Semi Bold" panose="020B0604020202020204" charset="0"/>
              </a:rPr>
              <a:t>XGBoost</a:t>
            </a:r>
            <a:r>
              <a:rPr lang="en-US" sz="2000" dirty="0">
                <a:latin typeface="Crimson Pro Semi Bold" panose="020B0604020202020204" charset="0"/>
              </a:rPr>
              <a:t> or </a:t>
            </a:r>
            <a:r>
              <a:rPr lang="en-US" sz="2000" b="1" dirty="0" err="1">
                <a:latin typeface="Crimson Pro Semi Bold" panose="020B0604020202020204" charset="0"/>
              </a:rPr>
              <a:t>LightGBM</a:t>
            </a:r>
            <a:r>
              <a:rPr lang="en-US" sz="2000" dirty="0">
                <a:latin typeface="Crimson Pro Semi Bold" panose="020B0604020202020204" charset="0"/>
              </a:rPr>
              <a:t> for even better accuracy.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Crimson Pro Semi Bold" panose="020B0604020202020204" charset="0"/>
              </a:rPr>
              <a:t>I will add more employee features like </a:t>
            </a:r>
            <a:r>
              <a:rPr lang="en-US" sz="2000" b="1" dirty="0">
                <a:latin typeface="Crimson Pro Semi Bold" panose="020B0604020202020204" charset="0"/>
              </a:rPr>
              <a:t>marital status</a:t>
            </a:r>
            <a:r>
              <a:rPr lang="en-US" sz="2000" dirty="0">
                <a:latin typeface="Crimson Pro Semi Bold" panose="020B0604020202020204" charset="0"/>
              </a:rPr>
              <a:t> and </a:t>
            </a:r>
            <a:r>
              <a:rPr lang="en-US" sz="2000" b="1" dirty="0">
                <a:latin typeface="Crimson Pro Semi Bold" panose="020B0604020202020204" charset="0"/>
              </a:rPr>
              <a:t>education type</a:t>
            </a:r>
            <a:r>
              <a:rPr lang="en-US" sz="2000" dirty="0">
                <a:latin typeface="Crimson Pro Semi Bold" panose="020B0604020202020204" charset="0"/>
              </a:rPr>
              <a:t> to improve prediction quality.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Crimson Pro Semi Bold" panose="020B0604020202020204" charset="0"/>
              </a:rPr>
              <a:t>I want to extend the app for </a:t>
            </a:r>
            <a:r>
              <a:rPr lang="en-US" sz="2000" b="1" dirty="0">
                <a:latin typeface="Crimson Pro Semi Bold" panose="020B0604020202020204" charset="0"/>
              </a:rPr>
              <a:t>multi-class salary prediction</a:t>
            </a:r>
            <a:r>
              <a:rPr lang="en-US" sz="2000" dirty="0">
                <a:latin typeface="Crimson Pro Semi Bold" panose="020B0604020202020204" charset="0"/>
              </a:rPr>
              <a:t> and introduce </a:t>
            </a:r>
            <a:r>
              <a:rPr lang="en-US" sz="2000" b="1" dirty="0">
                <a:latin typeface="Crimson Pro Semi Bold" panose="020B0604020202020204" charset="0"/>
              </a:rPr>
              <a:t>error-handling for user inputs</a:t>
            </a:r>
            <a:r>
              <a:rPr lang="en-US" sz="2000" dirty="0">
                <a:latin typeface="Crimson Pro Semi Bold" panose="020B0604020202020204" charset="0"/>
              </a:rPr>
              <a:t> to improve user experience.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0BE82E-F150-8281-3CD7-1C40EC4F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18" y="294798"/>
            <a:ext cx="14062363" cy="476316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0510" y="110134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References :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20510" y="22089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Dataset: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Adult Income Dataset (UCI Repository)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220509" y="2673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Machine Learning Library: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750" u="sng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 Documentation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220510" y="31914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Web App Framework: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750" u="sng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 Documentation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20510" y="36426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Project Repository: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https://github.com/ashokkumarboya93/Employee_Salary_Prediction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8BDCB5-463A-84A8-8807-73DCC5D31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472C72-C75D-8C41-4A72-FAEE6DD49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18" y="294798"/>
            <a:ext cx="14062363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79846" y="51780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THANK YOU</a:t>
            </a: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16336-1661-B90B-882A-AED1F142E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4343" y="7457967"/>
            <a:ext cx="3096057" cy="7716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1091</Words>
  <Application>Microsoft Office PowerPoint</Application>
  <PresentationFormat>Custom</PresentationFormat>
  <Paragraphs>154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Heebo</vt:lpstr>
      <vt:lpstr>Crimson Pro Semi Bold</vt:lpstr>
      <vt:lpstr>Wingdings</vt:lpstr>
      <vt:lpstr>Arial Rounded MT Bold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Master</dc:creator>
  <cp:lastModifiedBy>ASHOK KUMAR</cp:lastModifiedBy>
  <cp:revision>11</cp:revision>
  <dcterms:created xsi:type="dcterms:W3CDTF">2025-07-22T09:17:53Z</dcterms:created>
  <dcterms:modified xsi:type="dcterms:W3CDTF">2025-07-22T12:26:32Z</dcterms:modified>
</cp:coreProperties>
</file>